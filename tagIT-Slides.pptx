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2"/>
  </p:notesMasterIdLst>
  <p:handoutMasterIdLst>
    <p:handoutMasterId r:id="rId13"/>
  </p:handoutMasterIdLst>
  <p:sldIdLst>
    <p:sldId id="334" r:id="rId5"/>
    <p:sldId id="342" r:id="rId6"/>
    <p:sldId id="346" r:id="rId7"/>
    <p:sldId id="343" r:id="rId8"/>
    <p:sldId id="344" r:id="rId9"/>
    <p:sldId id="345" r:id="rId10"/>
    <p:sldId id="3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8496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dev G" userId="27e4d507-e0fb-4be0-90bd-4a12c245ec9e" providerId="ADAL" clId="{682C2D35-533E-4869-986B-90EE3E0F11E9}"/>
    <pc:docChg chg="modSld">
      <pc:chgData name="Jayadev G" userId="27e4d507-e0fb-4be0-90bd-4a12c245ec9e" providerId="ADAL" clId="{682C2D35-533E-4869-986B-90EE3E0F11E9}" dt="2025-09-21T20:27:26.667" v="4" actId="14100"/>
      <pc:docMkLst>
        <pc:docMk/>
      </pc:docMkLst>
      <pc:sldChg chg="modSp mod">
        <pc:chgData name="Jayadev G" userId="27e4d507-e0fb-4be0-90bd-4a12c245ec9e" providerId="ADAL" clId="{682C2D35-533E-4869-986B-90EE3E0F11E9}" dt="2025-09-21T20:27:26.667" v="4" actId="14100"/>
        <pc:sldMkLst>
          <pc:docMk/>
          <pc:sldMk cId="2955403071" sldId="334"/>
        </pc:sldMkLst>
        <pc:picChg chg="mod">
          <ac:chgData name="Jayadev G" userId="27e4d507-e0fb-4be0-90bd-4a12c245ec9e" providerId="ADAL" clId="{682C2D35-533E-4869-986B-90EE3E0F11E9}" dt="2025-09-21T20:27:26.667" v="4" actId="14100"/>
          <ac:picMkLst>
            <pc:docMk/>
            <pc:sldMk cId="2955403071" sldId="334"/>
            <ac:picMk id="4" creationId="{61167BF5-F3DF-96C5-B46B-3993D75CBF4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9/21/2025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539" y="469952"/>
            <a:ext cx="6028363" cy="3080335"/>
          </a:xfrm>
        </p:spPr>
        <p:txBody>
          <a:bodyPr/>
          <a:lstStyle/>
          <a:p>
            <a:r>
              <a:rPr lang="en-US" dirty="0"/>
              <a:t>LABEL</a:t>
            </a:r>
            <a:br>
              <a:rPr lang="en-US" dirty="0"/>
            </a:br>
            <a:r>
              <a:rPr lang="en-US" dirty="0"/>
              <a:t>designer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61167BF5-F3DF-96C5-B46B-3993D75C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498" y="-11502"/>
            <a:ext cx="6869502" cy="686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Rohan Sunil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Sana Fathima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Jayadev G</a:t>
            </a:r>
          </a:p>
        </p:txBody>
      </p:sp>
      <p:pic>
        <p:nvPicPr>
          <p:cNvPr id="6" name="Picture Placeholder 5" descr="A blue and white logo&#10;&#10;AI-generated content may be incorrect.">
            <a:extLst>
              <a:ext uri="{FF2B5EF4-FFF2-40B4-BE49-F238E27FC236}">
                <a16:creationId xmlns:a16="http://schemas.microsoft.com/office/drawing/2014/main" id="{7629109B-5768-27C4-480D-852CBBF394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A720-7F41-D17B-7F6E-3539E13E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967F2F-4D72-9E19-CEC8-AAC867DE2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573"/>
            <a:ext cx="12192000" cy="582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D375E8C-9009-6254-1DFB-0FDADB566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889"/>
            <a:ext cx="12192000" cy="592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41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29C6-9B3C-1F6E-D47D-C9201537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AE29F9-6BFB-F1FD-71C3-52ECB324F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661"/>
            <a:ext cx="12192000" cy="583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8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FFD3-4096-08B2-8EB0-21D6A80BE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1ACC27-7C68-072B-E6C1-27FDF26AF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541"/>
            <a:ext cx="12192000" cy="59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45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E973B-88E3-3491-CDDC-3036B720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01D0D-CEA4-FB79-FFAF-2AE1A39C8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558"/>
            <a:ext cx="12192000" cy="572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0761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{9E9998C6-B33C-463F-9F01-91D20F292C92}TF54b766f8-63ee-43b7-9d15-113a5f305028ef21f1e0_win32-c09799a851b0</Template>
  <TotalTime>126</TotalTime>
  <Words>13</Words>
  <Application>Microsoft Office PowerPoint</Application>
  <PresentationFormat>Widescreen</PresentationFormat>
  <Paragraphs>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Univers</vt:lpstr>
      <vt:lpstr>GradientVTI</vt:lpstr>
      <vt:lpstr>LABEL designer</vt:lpstr>
      <vt:lpstr>Team Members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Jayadev G</dc:creator>
  <cp:lastModifiedBy>Jayadev G</cp:lastModifiedBy>
  <cp:revision>1</cp:revision>
  <dcterms:created xsi:type="dcterms:W3CDTF">2025-09-21T18:20:36Z</dcterms:created>
  <dcterms:modified xsi:type="dcterms:W3CDTF">2025-09-21T20:27:35Z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